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2148840"/>
            <a:ext cx="1371600" cy="1371600"/>
          </a:xfrm>
          <a:prstGeom prst="ellipse">
            <a:avLst/>
          </a:prstGeom>
          <a:ln w="63500">
            <a:solidFill>
              <a:srgbClr val="F0A2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3108960"/>
            <a:ext cx="685800" cy="685800"/>
          </a:xfrm>
          <a:prstGeom prst="line">
            <a:avLst/>
          </a:prstGeom>
          <a:noFill/>
          <a:ln w="76200">
            <a:solidFill>
              <a:srgbClr val="F0A2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Dictionary Query Engine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Maximum Edit Distance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18872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6400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Mohana Asmitha - 2520030486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Laasya - 2520030118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Nohitha - 2520030130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Dheeraj - 2520030193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00584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68580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3A4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building a Dictionary Query Engine capable of retrieving words that are within a specified maximum edit distance from a user's query. Rather than requiring an exact match, the engine tolerates typing mistakes, phonetic errors, and near-miss spellings by computing the Levenshtein (edit) distance between the query and dictionary entries.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lookups fast even on large dictionaries, the engine indexes words using an efficient structure such as a BK-Tree or Trie, avoiding a brute-force comparison against every entry. The system returns a ranked list of the closest matching words, powering use-cases such as spell-checkers, fuzzy search, and autocomplete.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463040"/>
            <a:ext cx="3749040" cy="4663440"/>
          </a:xfrm>
          <a:prstGeom prst="roundRect">
            <a:avLst>
              <a:gd name="adj" fmla="val 2927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0" y="182880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🔎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A20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EDIT DISTANCE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4709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tunable parameter that defines how many insertions, deletions, or substitutions are allowed between a query and a valid match.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00584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928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7647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dictionary lookups fail whenever a query word is misspelled, mistyped, or slightly malformed.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31012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1821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brute-force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query against every dictionary word using edit-distance computation is slow and does not scale to large vocabularies.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72744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27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599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ranked suggestions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simply told 'word not found' instead of being shown the closest valid alternatives.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87044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13A4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efficient engine that retrieves and ranks all dictionary words within a chosen maximum edit distance of a query.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00584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64992" y="176479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7919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search word and a maximum edit distance value k from the user.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16002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50024" y="176479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050024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7992" y="22585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Indexing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7992" y="267919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dictionary into a BK-Tree / Trie for fast approximate lookups.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10144" y="16002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47304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735056" y="176479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10735056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93024" y="22585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Computation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93024" y="267919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Levenshtein distance using dynamic programming between words.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364992" y="4005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49884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Word Retrieval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91947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all dictionary words whose edit distance from the query is ≤ k.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25112" y="384048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62272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050024" y="4005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050024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07992" y="449884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Suggestions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7992" y="491947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display matches ordered by increasing edit distance / relevance.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10144" y="384048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47304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9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0735056" y="4005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10735056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193024" y="449884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Results View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93024" y="4919472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query, chosen k, and matched suggestions in a simple UI.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005840" cy="45720"/>
          </a:xfrm>
          <a:prstGeom prst="rect">
            <a:avLst/>
          </a:prstGeom>
          <a:solidFill>
            <a:srgbClr val="F0A20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48056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 / 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Levenshtein (Edit Distance) 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6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dynamic-programming algorithm to compute similarity between two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BK-Tree / Trie Data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6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 the dictionary for fast approximate string search instead of brute 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6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implementation language for algorithm logic and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/ Word Corpus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6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word list used to test and validate retrieval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Streamlit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6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interface for entering queries and viewing ranked suggestions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Query Engine with Maximum Edit Distance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100584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0A4A50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89280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6916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dictionary words within a chosen maximum edit distance k of a query.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0A4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00837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08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280720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handle spelling mistakes, typos, and near-miss word variations.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0A4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12394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92277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faster lookups than brute-force comparison through BK-Tree / Trie indexing.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0A4A50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2395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03834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ranked suggestions ordered by closeness (edit distance) to the query.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69164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0A202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82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77240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09560" y="35661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accurate Dictionary Query Engine that retrieves and ranks fuzzy word matches within a maximum edit distance — powering spell-check, fuzzy search, and autocomplete.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21031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2026-08-20T08:09:44Z</dcterms:created>
  <dcterms:modified xsi:type="dcterms:W3CDTF">2026-08-20T08:09:44Z</dcterms:modified>
</cp:coreProperties>
</file>